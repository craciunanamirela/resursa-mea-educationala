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A4777EF-F52A-4489-B966-10ED310A76B9}" type="datetimeFigureOut">
              <a:rPr lang="ro-RO" smtClean="0"/>
              <a:t>24.05.2020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165746E-CC46-4A6B-B8C1-A5127FD6DEA2}" type="slidenum">
              <a:rPr lang="ro-RO" smtClean="0"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glR1LisLej0" TargetMode="External"/><Relationship Id="rId3" Type="http://schemas.openxmlformats.org/officeDocument/2006/relationships/oleObject" Target="../embeddings/oleObject1.bin"/><Relationship Id="rId7" Type="http://schemas.openxmlformats.org/officeDocument/2006/relationships/hyperlink" Target="https://wordwall.net/resource/2506554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hyperlink" Target="https://wordwall.net/resource/2479696" TargetMode="External"/><Relationship Id="rId5" Type="http://schemas.openxmlformats.org/officeDocument/2006/relationships/hyperlink" Target="https://wordwall.net/resource/2506879" TargetMode="Externa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smtClean="0"/>
              <a:t>PROIECT DIDACTIC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>
                <a:solidFill>
                  <a:srgbClr val="FF0000"/>
                </a:solidFill>
              </a:rPr>
              <a:t>DIDACTICA DOMENIULUI ȘTIINȚE ALE NATURII- Învățământ preșcolar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8640"/>
            <a:ext cx="2305050" cy="1981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09600"/>
            <a:ext cx="259080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2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620688"/>
            <a:ext cx="820891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 smtClean="0"/>
              <a:t>Tema anuală: ,, ,, CUM ESTE/A FOST ŞI VA FI AICI PE PĂMÂNT?</a:t>
            </a:r>
          </a:p>
          <a:p>
            <a:r>
              <a:rPr lang="vi-VN" sz="4000" dirty="0" smtClean="0"/>
              <a:t>Domeniul experiential: Domeniul științe- Cunoașterea mediului;</a:t>
            </a:r>
          </a:p>
          <a:p>
            <a:r>
              <a:rPr lang="vi-VN" sz="4000" dirty="0" smtClean="0"/>
              <a:t>Tema activitatii:,, Animale sălbatice din țara noastră’’</a:t>
            </a:r>
          </a:p>
          <a:p>
            <a:r>
              <a:rPr lang="vi-VN" sz="4000" dirty="0" smtClean="0"/>
              <a:t>Forma de realizare: activitate online cu ajutorul aplicație</a:t>
            </a:r>
            <a:r>
              <a:rPr lang="ro-RO" sz="4000" dirty="0" smtClean="0"/>
              <a:t>i Zoom</a:t>
            </a:r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4616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76672"/>
            <a:ext cx="8604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dirty="0" smtClean="0"/>
              <a:t>RESURSE UTILIZATE</a:t>
            </a:r>
            <a:endParaRPr lang="ro-RO" sz="36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504084"/>
              </p:ext>
            </p:extLst>
          </p:nvPr>
        </p:nvGraphicFramePr>
        <p:xfrm>
          <a:off x="467544" y="1628800"/>
          <a:ext cx="3124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Obiect shell arhivator" showAsIcon="1" r:id="rId3" imgW="3124800" imgH="685800" progId="Package">
                  <p:embed/>
                </p:oleObj>
              </mc:Choice>
              <mc:Fallback>
                <p:oleObj name="Obiect shell arhivator" showAsIcon="1" r:id="rId3" imgW="3124800" imgH="685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4" y="1628800"/>
                        <a:ext cx="31242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536" y="2276872"/>
            <a:ext cx="820891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dirty="0" smtClean="0"/>
              <a:t>Resursă: Filmuleț-Photostory</a:t>
            </a:r>
          </a:p>
          <a:p>
            <a:endParaRPr lang="ro-RO" sz="2000" dirty="0" smtClean="0"/>
          </a:p>
          <a:p>
            <a:r>
              <a:rPr lang="ro-RO" sz="2000" dirty="0" smtClean="0"/>
              <a:t>Resursă: Ruleta animalelor sălbatice</a:t>
            </a:r>
          </a:p>
          <a:p>
            <a:pPr algn="just">
              <a:spcAft>
                <a:spcPts val="0"/>
              </a:spcAft>
            </a:pPr>
            <a:r>
              <a:rPr lang="ro-RO" sz="2000" dirty="0" smtClean="0">
                <a:effectLst/>
                <a:latin typeface="Times New Roman"/>
                <a:ea typeface="Times New Roman"/>
                <a:hlinkClick r:id="rId5"/>
              </a:rPr>
              <a:t>https://wordwall.net/resource/2506879</a:t>
            </a:r>
            <a:endParaRPr lang="ro-RO" sz="2000" dirty="0" smtClean="0">
              <a:effectLst/>
              <a:latin typeface="Times New Roman"/>
              <a:ea typeface="Times New Roman"/>
            </a:endParaRPr>
          </a:p>
          <a:p>
            <a:r>
              <a:rPr lang="ro-RO" sz="2000" dirty="0" smtClean="0"/>
              <a:t>Resursă: Căsuța animalelor- joc interactiv cu itemi  cu alegere multiplă</a:t>
            </a:r>
          </a:p>
          <a:p>
            <a:pPr algn="just">
              <a:spcAft>
                <a:spcPts val="0"/>
              </a:spcAft>
            </a:pPr>
            <a:r>
              <a:rPr lang="ro-RO" sz="2000" dirty="0" smtClean="0">
                <a:effectLst/>
                <a:latin typeface="Times New Roman"/>
                <a:ea typeface="Times New Roman"/>
                <a:hlinkClick r:id="rId6"/>
              </a:rPr>
              <a:t>https://wordwall.net/resource/2479696</a:t>
            </a:r>
            <a:endParaRPr lang="ro-RO" sz="2000" dirty="0" smtClean="0">
              <a:effectLst/>
              <a:latin typeface="Times New Roman"/>
              <a:ea typeface="Times New Roman"/>
            </a:endParaRPr>
          </a:p>
          <a:p>
            <a:r>
              <a:rPr lang="ro-RO" sz="2000" dirty="0" smtClean="0"/>
              <a:t>Resursă: Animale sălbatice și animale domestice- Joc interactiv de sortare</a:t>
            </a:r>
            <a:r>
              <a:rPr lang="ro-RO" sz="2000" dirty="0" smtClean="0">
                <a:hlinkClick r:id="rId7"/>
              </a:rPr>
              <a:t>https://wordwall.net/resource/2506554</a:t>
            </a:r>
            <a:endParaRPr lang="ro-RO" sz="2000" dirty="0" smtClean="0"/>
          </a:p>
          <a:p>
            <a:endParaRPr lang="ro-RO" sz="2000" dirty="0" smtClean="0"/>
          </a:p>
          <a:p>
            <a:r>
              <a:rPr lang="ro-RO" sz="2000" dirty="0" smtClean="0"/>
              <a:t>Resursă: Animalele-cântecel</a:t>
            </a:r>
          </a:p>
          <a:p>
            <a:r>
              <a:rPr lang="ro-RO" sz="2000" dirty="0" smtClean="0">
                <a:hlinkClick r:id="rId8"/>
              </a:rPr>
              <a:t>https://youtu.be/glR1LisLej0</a:t>
            </a:r>
            <a:endParaRPr lang="ro-RO" sz="2000" dirty="0" smtClean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4602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5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75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562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36</TotalTime>
  <Words>98</Words>
  <Application>Microsoft Office PowerPoint</Application>
  <PresentationFormat>On-screen Show (4:3)</PresentationFormat>
  <Paragraphs>17</Paragraphs>
  <Slides>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Apex</vt:lpstr>
      <vt:lpstr>Pachet</vt:lpstr>
      <vt:lpstr>PROIECT DIDACTIC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DIDACTIC</dc:title>
  <dc:creator>m</dc:creator>
  <cp:lastModifiedBy>m</cp:lastModifiedBy>
  <cp:revision>4</cp:revision>
  <dcterms:created xsi:type="dcterms:W3CDTF">2020-05-24T14:45:19Z</dcterms:created>
  <dcterms:modified xsi:type="dcterms:W3CDTF">2020-05-24T15:22:03Z</dcterms:modified>
</cp:coreProperties>
</file>